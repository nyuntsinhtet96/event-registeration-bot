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48"/>
  </p:normalViewPr>
  <p:slideViewPr>
    <p:cSldViewPr snapToGrid="0">
      <p:cViewPr varScale="1">
        <p:scale>
          <a:sx n="112" d="100"/>
          <a:sy n="112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C468-61D0-4BAA-6077-45AFB7CE1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B7607-3055-519E-317B-29AC965EF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AB1D4-3F70-AC6B-CAE5-D1CFB226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1A0E-93C3-FC03-5672-EAEAFCCF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4BC9E-0AD6-3A3D-C65A-C8C69F84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3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F060-A513-4025-3179-1A6825D9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43334-430C-C946-633E-F7C05BFE5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2262D-82F4-6FA7-84AF-129DD58A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E34C7-D346-15A7-BEE5-FE99B09A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17982-02B6-5B64-169D-2E999F1A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8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A156-9FD8-2EB6-574F-9E061AB17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C22A5-214F-6B6A-DD48-83136314C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6D790-0268-7A69-6B47-EF39BB09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0B1C5-A794-F6C5-5130-576312B3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0844F-0612-2D1C-6058-AE326F37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5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4BF5-0A86-9B78-66D0-87E3C15F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BA783-9F43-4C7F-5E62-5379E45DE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90F03-D7DD-E609-0644-6DEA1BCAD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46B8C-9F26-E8F3-9121-8F7DEE58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71F1B-FF95-841D-EAD9-26B441E3C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8BB5D-AE80-EE95-F963-3A859D5D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94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AA25-128A-E5A6-0525-7E96041AD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51819-47E2-1EAD-F07E-219DFDB61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E3972-9188-74DA-9ABA-C16BE766A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CF0CFC-5596-6644-5944-A5EBC7812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E1CDB-D2E9-B2E2-7A14-41BB97C1E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F3349-C17A-A21E-84DC-E0BE06E6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8C5B4D-A344-6313-114F-2E21F51F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4D6667-3037-E74A-792C-CBBE78EF9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9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177B-AA9B-A3D4-5DCE-2C4F67A0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56F89-81AD-0C98-FF3A-19F9062E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6B25E-AF5D-FAF3-7D1A-9B16B13B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96E2B-A9FB-E83C-B95E-4A99568E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0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3CB43B-6844-0618-F4FB-A8EE74AF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9DCF-6009-96A3-268B-DC85B84D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62D4-B6CC-4236-53FF-56BCE869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9468-7478-8AB6-BB93-4E9CFED8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40BCE-2AA2-D096-BC5A-C63B24C20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AD786-6AB0-09C6-AD4F-5E2392686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B6772-ECDE-9092-24DB-07C1E464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FE26A-CF62-AC6B-477F-384CA0CD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3F2FE-1AF7-52A1-1A46-1494F828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7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EB7A-7DAF-58FC-835B-3C22077E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256D3-A677-FCF0-64EF-13D628D29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5AF2C-8159-47F6-7600-00AB0DD5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AF2EB-AC7F-7325-70B8-3E5400C2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56E7A-2533-40C7-D809-4BF11966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E295B-829E-92CE-1B75-5773AC99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2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09174-E23E-9456-AC0B-43E87E76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C6934-29C5-B48A-2C4B-C72C29DB0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B611A-11D8-A92B-BFBF-493FF948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D68A-3E8C-803C-7D66-10E49E4F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2B32F-DB9E-C0D3-10EE-EB6292A0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2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D56EF-42EE-F92E-7726-6619704C4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D5F0D-58BC-EB72-CDE4-6F1A76897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4867B-75EB-5C8A-5D74-8F079B6A7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B24CA-C718-894D-3FB2-334AA851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6A806-64AA-638F-92E3-05EA519B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1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55AE0-D6A1-E820-5172-DE3C846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489BC-1829-DC2F-CC19-073920004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D7DDC-2F51-24D7-41A9-A550A0AC9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CC1A7-CD60-2549-BF37-706288717EE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B9192-E127-BFB6-D515-045FE1BB1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362D3-235A-B321-EAA9-509E058E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21537-0A89-864A-BF83-74C641B6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DD9B-6E70-AF09-8B15-430BB6C7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48 Hours Prototype Challenge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4DD3A0-E235-2090-11D9-35287C3B287A}"/>
              </a:ext>
            </a:extLst>
          </p:cNvPr>
          <p:cNvSpPr txBox="1">
            <a:spLocks/>
          </p:cNvSpPr>
          <p:nvPr/>
        </p:nvSpPr>
        <p:spPr>
          <a:xfrm>
            <a:off x="3875642" y="2634016"/>
            <a:ext cx="444071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Telegram Chat Bot</a:t>
            </a:r>
          </a:p>
        </p:txBody>
      </p:sp>
    </p:spTree>
    <p:extLst>
      <p:ext uri="{BB962C8B-B14F-4D97-AF65-F5344CB8AC3E}">
        <p14:creationId xmlns:p14="http://schemas.microsoft.com/office/powerpoint/2010/main" val="247505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53D2-D8F8-11E2-9C4A-FB08DCFC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2A02A-A149-7DEE-33F5-F19FE92BD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NUS_ISS Career Sharing  – 100 attendees</a:t>
            </a:r>
          </a:p>
          <a:p>
            <a:r>
              <a:rPr lang="en-US" dirty="0"/>
              <a:t>Python </a:t>
            </a:r>
            <a:r>
              <a:rPr lang="en-US" dirty="0" err="1"/>
              <a:t>FastAPI</a:t>
            </a:r>
            <a:r>
              <a:rPr lang="en-US" dirty="0"/>
              <a:t> Workshop – 200 attendees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99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8202ECCB-37B1-DBCB-3172-33151FA29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182" y="0"/>
            <a:ext cx="4113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8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AD5C-EDAA-73E1-13DD-E09D1F3E6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2ABF4-171E-A718-5A81-B0636CBC3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Pre-registration required</a:t>
            </a:r>
          </a:p>
          <a:p>
            <a:r>
              <a:rPr lang="en-US" dirty="0"/>
              <a:t>Smartphone access</a:t>
            </a:r>
          </a:p>
          <a:p>
            <a:r>
              <a:rPr lang="en-US" dirty="0"/>
              <a:t>Internet available</a:t>
            </a:r>
          </a:p>
        </p:txBody>
      </p:sp>
    </p:spTree>
    <p:extLst>
      <p:ext uri="{BB962C8B-B14F-4D97-AF65-F5344CB8AC3E}">
        <p14:creationId xmlns:p14="http://schemas.microsoft.com/office/powerpoint/2010/main" val="210135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7681-A20F-04CD-85E4-3F0DDE08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EF600-31BD-4CA2-81A1-572022A83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FastAPI</a:t>
            </a:r>
            <a:endParaRPr lang="en-US" dirty="0"/>
          </a:p>
          <a:p>
            <a:pPr lvl="1"/>
            <a:r>
              <a:rPr lang="en-US" dirty="0"/>
              <a:t>Fast to build clean REST APIs</a:t>
            </a:r>
          </a:p>
          <a:p>
            <a:pPr lvl="1"/>
            <a:r>
              <a:rPr lang="en-US" dirty="0"/>
              <a:t>Built-in request validation (</a:t>
            </a:r>
            <a:r>
              <a:rPr lang="en-US" dirty="0" err="1"/>
              <a:t>Pydantic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Auto-generated Swagger documentation</a:t>
            </a:r>
          </a:p>
          <a:p>
            <a:pPr marL="514350" indent="-514350">
              <a:buAutoNum type="arabicPeriod" startAt="2"/>
            </a:pPr>
            <a:r>
              <a:rPr lang="en-US" dirty="0"/>
              <a:t>Use Docker SQL</a:t>
            </a:r>
          </a:p>
          <a:p>
            <a:pPr lvl="1"/>
            <a:r>
              <a:rPr lang="en-US" dirty="0"/>
              <a:t>No direct installation on the OS (Requires Docker)</a:t>
            </a:r>
          </a:p>
          <a:p>
            <a:pPr lvl="1"/>
            <a:r>
              <a:rPr lang="en-US" dirty="0"/>
              <a:t>Very clean; easy to delete and remove at any time</a:t>
            </a:r>
          </a:p>
          <a:p>
            <a:pPr lvl="1"/>
            <a:r>
              <a:rPr lang="en-US" dirty="0"/>
              <a:t>Easy (Change version by simply updating one line of code).</a:t>
            </a:r>
          </a:p>
          <a:p>
            <a:pPr lvl="1"/>
            <a:r>
              <a:rPr lang="en-US" dirty="0"/>
              <a:t>Ensures an identical environment for every team member.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4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17CD-55A2-AA03-6385-3D477CFE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Collaboration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0E1F35-79C5-B54E-9E9E-D4D696C9E4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4562"/>
            <a:ext cx="1106001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Tool used: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OpenCode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 (GPT-5.3-codex)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as the main AI coding assistant for scaffolding, refactoring, API integration, and debugging.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ea typeface="Inter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Example where I changed AI output: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The initial API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upsert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 logic allowed a different Telegram user to overwrite an existing registration when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email + phone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matched.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I revised it to match the business rule: only the same 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telegram_user_id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can update their own registration, and email/phone stay unique per event (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409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for conflicts).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ea typeface="Inter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Example where AI helped debugging: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During API startup, the app failed with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ModuleNotFoundError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pymysql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, then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Access denied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MySQL errors.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AI helped identify root causes (missing package + credential mismatch between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.env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 and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docker-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compose.yml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), fix them, and validate with endpoint smoke tests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/events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,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/registrations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,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/registrations/{id}/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var(--font-family-mono)"/>
              </a:rPr>
              <a:t>qr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Inter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835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254</Words>
  <Application>Microsoft Macintosh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Inter</vt:lpstr>
      <vt:lpstr>var(--font-family-mono)</vt:lpstr>
      <vt:lpstr>Aptos</vt:lpstr>
      <vt:lpstr>Aptos Display</vt:lpstr>
      <vt:lpstr>Arial</vt:lpstr>
      <vt:lpstr>Office Theme</vt:lpstr>
      <vt:lpstr>48 Hours Prototype Challenge</vt:lpstr>
      <vt:lpstr>Event Type</vt:lpstr>
      <vt:lpstr>PowerPoint Presentation</vt:lpstr>
      <vt:lpstr>Assumptions</vt:lpstr>
      <vt:lpstr>Technical Decisions</vt:lpstr>
      <vt:lpstr>AI Collaboration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Nyunt Sin Htet</dc:creator>
  <cp:lastModifiedBy>Nyunt Sin Htet</cp:lastModifiedBy>
  <cp:revision>2</cp:revision>
  <dcterms:created xsi:type="dcterms:W3CDTF">2026-02-26T10:23:32Z</dcterms:created>
  <dcterms:modified xsi:type="dcterms:W3CDTF">2026-02-27T07:11:16Z</dcterms:modified>
</cp:coreProperties>
</file>